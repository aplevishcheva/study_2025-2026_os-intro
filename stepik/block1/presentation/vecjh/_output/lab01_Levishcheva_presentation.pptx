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5" Type="http://schemas.openxmlformats.org/officeDocument/2006/relationships/viewProps" Target="viewProps.xml" /><Relationship Id="rId14" Type="http://schemas.openxmlformats.org/officeDocument/2006/relationships/presProps" Target="presProps.xml" /><Relationship Id="rId1" Type="http://schemas.openxmlformats.org/officeDocument/2006/relationships/slideMaster" Target="slideMasters/slideMaster1.xml" /><Relationship Id="rId17" Type="http://schemas.openxmlformats.org/officeDocument/2006/relationships/tableStyles" Target="tableStyles.xml" /><Relationship Id="rId1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Лабораторная работа № 1</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Архитектура компьютеров и операционные системы</a:t>
            </a:r>
            <a:br/>
            <a:br/>
            <a:r>
              <a:rPr/>
              <a:t>Левищева Анастасия Петровна</a:t>
            </a:r>
          </a:p>
        </p:txBody>
      </p:sp>
      <p:sp>
        <p:nvSpPr>
          <p:cNvPr id="4" name="Date Placeholder 3"/>
          <p:cNvSpPr>
            <a:spLocks noGrp="1"/>
          </p:cNvSpPr>
          <p:nvPr>
            <p:ph idx="10" sz="half" type="dt"/>
          </p:nvPr>
        </p:nvSpPr>
        <p:spPr/>
        <p:txBody>
          <a:bodyPr/>
          <a:lstStyle/>
          <a:p>
            <a:pPr lvl="0" indent="0" marL="0">
              <a:buNone/>
            </a:pPr>
            <a:r>
              <a:rPr/>
              <a:t>2026-03-07</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Информация</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Докладчик</a:t>
            </a:r>
          </a:p>
        </p:txBody>
      </p:sp>
      <p:sp>
        <p:nvSpPr>
          <p:cNvPr id="3" name="Content Placeholder 2"/>
          <p:cNvSpPr>
            <a:spLocks noGrp="1"/>
          </p:cNvSpPr>
          <p:nvPr>
            <p:ph idx="1"/>
          </p:nvPr>
        </p:nvSpPr>
        <p:spPr/>
        <p:txBody>
          <a:bodyPr/>
          <a:lstStyle/>
          <a:p>
            <a:pPr lvl="0"/>
            <a:r>
              <a:rPr/>
              <a:t>Левищева Анастасия Петровна</a:t>
            </a:r>
          </a:p>
          <a:p>
            <a:pPr lvl="0"/>
            <a:r>
              <a:rPr/>
              <a:t>group NKAbd-02-25</a:t>
            </a:r>
          </a:p>
          <a:p>
            <a:pPr lvl="0"/>
            <a:r>
              <a:rPr/>
              <a:t>Российский университет дружбы народов им. П. Лумумбы</a:t>
            </a:r>
          </a:p>
          <a:p>
            <a:pPr lvl="0"/>
            <a:r>
              <a:rPr/>
              <a:t>[1032252643@rudn.ru]</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Цель работы</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Целью данной работы является приобретение практических навыков установки операционной системы на виртуальную машину, настройки минимально необходимых для дальнейшей работы сервисов.</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Задание</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Дождитесь загрузки графического окружения и откройте терминал. В окне терминала проанализируйте последовательность загрузки системы, выполнив команду dmesg. Можно просто просмотреть вывод этой команды:
dmesg | less
Можно использовать поиск с помощью grep:
dmesg | grep -i "то, что ищем"
Получите следующую информацию.
    Версия ядра Linux (Linux version).
    Частота процессора (Detected Mhz processor).
    Модель процессора (CPU0).
    Объём доступной оперативной памяти (Memory available).
    Тип обнаруженного гипервизора (Hypervisor detected).
    Тип файловой системы корневого раздела.
    Последовательность монтирования файловых систем.</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Выполнение лабораторной работы</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Графический интерфейс</a:t>
            </a:r>
          </a:p>
        </p:txBody>
      </p:sp>
      <p:sp>
        <p:nvSpPr>
          <p:cNvPr id="3" name="Content Placeholder 2"/>
          <p:cNvSpPr>
            <a:spLocks noGrp="1"/>
          </p:cNvSpPr>
          <p:nvPr>
            <p:ph idx="1"/>
          </p:nvPr>
        </p:nvSpPr>
        <p:spPr/>
        <p:txBody>
          <a:bodyPr/>
          <a:lstStyle/>
          <a:p>
            <a:pPr lvl="0" indent="0" marL="0">
              <a:buNone/>
            </a:pPr>
            <a:r>
              <a:rPr/>
              <a:t>В меню выберите Файл, Настройки.</a:t>
            </a:r>
          </a:p>
          <a:p>
            <a:pPr lvl="0" indent="0" marL="0">
              <a:buNone/>
            </a:pPr>
            <a:r>
              <a:rPr/>
              <a:t>Выберите Ввод, вкладка Виртуальная машина.</a:t>
            </a:r>
          </a:p>
          <a:p>
            <a:pPr lvl="0" indent="0" marL="0">
              <a:buNone/>
            </a:pPr>
            <a:r>
              <a:rPr/>
              <a:t>Выберите Сочетание клавиш в строке Хост-комбинация.</a:t>
            </a:r>
          </a:p>
          <a:p>
            <a:pPr lvl="0" indent="0" marL="0">
              <a:buNone/>
            </a:pPr>
            <a:r>
              <a:rPr/>
              <a:t>Нажмите новое сочетание клавиш.</a:t>
            </a:r>
          </a:p>
          <a:p>
            <a:pPr lvl="0" indent="0" marL="0">
              <a:buNone/>
            </a:pPr>
            <a:r>
              <a:rPr/>
              <a:t>Нажмите ОК, чтобы сохранить изменения.</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Командная строка</a:t>
            </a:r>
          </a:p>
        </p:txBody>
      </p:sp>
      <p:sp>
        <p:nvSpPr>
          <p:cNvPr id="4" name="Text Placeholder 3"/>
          <p:cNvSpPr>
            <a:spLocks noGrp="1"/>
          </p:cNvSpPr>
          <p:nvPr>
            <p:ph idx="2" sz="half" type="body"/>
          </p:nvPr>
        </p:nvSpPr>
        <p:spPr/>
        <p:txBody>
          <a:bodyPr/>
          <a:lstStyle/>
          <a:p>
            <a:pPr lvl="0" indent="0" marL="0">
              <a:buNone/>
            </a:pPr>
            <a:r>
              <a:rPr/>
              <a:t>Проверим текущую комбинацию для хост-клавиши:</a:t>
            </a:r>
          </a:p>
          <a:p>
            <a:pPr lvl="0" indent="0" marL="0">
              <a:buNone/>
            </a:pPr>
            <a:r>
              <a:rPr/>
              <a:t>VBoxManage getextradata global GUI/Input/HostKeyCombination</a:t>
            </a:r>
          </a:p>
          <a:p>
            <a:pPr lvl="0" indent="0" marL="0">
              <a:buNone/>
            </a:pPr>
            <a:r>
              <a:rPr/>
              <a:t>По умолчанию установлена комбинация 65508, соответствующая правой клавише Ctrl.</a:t>
            </a:r>
          </a:p>
          <a:p>
            <a:pPr lvl="0" indent="0" marL="0">
              <a:buNone/>
            </a:pPr>
            <a:r>
              <a:rPr/>
              <a:t>Установите нужную клавишу (в примере клавиша Menu): VBoxManage setextradata global GUI/Input/HostKeyCombination 65383</a:t>
            </a:r>
          </a:p>
          <a:p>
            <a:pPr lvl="0" indent="0" marL="0">
              <a:spcBef>
                <a:spcPts val="3000"/>
              </a:spcBef>
              <a:buNone/>
            </a:pPr>
            <a:r>
              <a:rPr b="1"/>
              <a:t>Создадим и запустим виртуальную машину. Запускаем установочный образ: (рис. 1).</a:t>
            </a:r>
          </a:p>
        </p:txBody>
      </p:sp>
      <p:pic>
        <p:nvPicPr>
          <p:cNvPr descr="image/1.png" id="0" name="Picture 1"/>
          <p:cNvPicPr>
            <a:picLocks noGrp="1" noChangeAspect="1"/>
          </p:cNvPicPr>
          <p:nvPr/>
        </p:nvPicPr>
        <p:blipFill>
          <a:blip r:embed="rId2"/>
          <a:stretch>
            <a:fillRect/>
          </a:stretch>
        </p:blipFill>
        <p:spPr bwMode="auto">
          <a:xfrm>
            <a:off x="3568700" y="609600"/>
            <a:ext cx="5105400" cy="30480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Рисунок 1: Запуск установочного образа</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Выводы</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В результате выполнения данной лабораторной работы мы провели установку системы Fedora Sway на виртуальную машину и её первоначальную настройку.</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Лабораторная работа № 1</dc:title>
  <dc:creator>Левищева Анастасия Петровна</dc:creator>
  <cp:keywords/>
  <dcterms:created xsi:type="dcterms:W3CDTF">2026-05-06T18:40:40Z</dcterms:created>
  <dcterms:modified xsi:type="dcterms:W3CDTF">2026-05-06T18:40:40Z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ffiliations">
    <vt:lpwstr/>
  </property>
  <property fmtid="{D5CDD505-2E9C-101B-9397-08002B2CF9AE}" pid="3" name="authors">
    <vt:lpwstr/>
  </property>
  <property fmtid="{D5CDD505-2E9C-101B-9397-08002B2CF9AE}" pid="4" name="biblio-config">
    <vt:lpwstr>True</vt:lpwstr>
  </property>
  <property fmtid="{D5CDD505-2E9C-101B-9397-08002B2CF9AE}" pid="5" name="by-affiliation">
    <vt:lpwstr/>
  </property>
  <property fmtid="{D5CDD505-2E9C-101B-9397-08002B2CF9AE}" pid="6" name="by-author">
    <vt:lpwstr/>
  </property>
  <property fmtid="{D5CDD505-2E9C-101B-9397-08002B2CF9AE}" pid="7" name="crossref">
    <vt:lpwstr/>
  </property>
  <property fmtid="{D5CDD505-2E9C-101B-9397-08002B2CF9AE}" pid="8" name="date">
    <vt:lpwstr>2026-03-07</vt:lpwstr>
  </property>
  <property fmtid="{D5CDD505-2E9C-101B-9397-08002B2CF9AE}" pid="9" name="date-format">
    <vt:lpwstr>2026-03-07</vt:lpwstr>
  </property>
  <property fmtid="{D5CDD505-2E9C-101B-9397-08002B2CF9AE}" pid="10" name="header-includes">
    <vt:lpwstr/>
  </property>
  <property fmtid="{D5CDD505-2E9C-101B-9397-08002B2CF9AE}" pid="11" name="include-after">
    <vt:lpwstr/>
  </property>
  <property fmtid="{D5CDD505-2E9C-101B-9397-08002B2CF9AE}" pid="12" name="include-before">
    <vt:lpwstr/>
  </property>
  <property fmtid="{D5CDD505-2E9C-101B-9397-08002B2CF9AE}" pid="13" name="labels">
    <vt:lpwstr/>
  </property>
  <property fmtid="{D5CDD505-2E9C-101B-9397-08002B2CF9AE}" pid="14" name="license">
    <vt:lpwstr/>
  </property>
  <property fmtid="{D5CDD505-2E9C-101B-9397-08002B2CF9AE}" pid="15" name="subtitle">
    <vt:lpwstr>Архитектура компьютеров и операционные системы</vt:lpwstr>
  </property>
  <property fmtid="{D5CDD505-2E9C-101B-9397-08002B2CF9AE}" pid="16" name="toc-title">
    <vt:lpwstr>Содержание</vt:lpwstr>
  </property>
</Properties>
</file>